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0" r:id="rId1"/>
  </p:sldMasterIdLst>
  <p:notesMasterIdLst>
    <p:notesMasterId r:id="rId4"/>
  </p:notesMasterIdLst>
  <p:sldIdLst>
    <p:sldId id="257" r:id="rId2"/>
    <p:sldId id="260" r:id="rId3"/>
  </p:sldIdLst>
  <p:sldSz cx="4608513" cy="28797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13"/>
    <p:restoredTop sz="94769"/>
  </p:normalViewPr>
  <p:slideViewPr>
    <p:cSldViewPr snapToGrid="0">
      <p:cViewPr>
        <p:scale>
          <a:sx n="293" d="100"/>
          <a:sy n="293" d="100"/>
        </p:scale>
        <p:origin x="384" y="8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A8A93F-7007-EB40-A48C-2149BA7A3D88}" type="datetimeFigureOut">
              <a:rPr kumimoji="1" lang="ko-KR" altLang="en-US" smtClean="0"/>
              <a:t>2026. 3. 10.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58850" y="1143000"/>
            <a:ext cx="49403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9FCEE1-21D7-3147-A5CA-669635F3C4F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496734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61125" rtl="0" eaLnBrk="1" latinLnBrk="1" hangingPunct="1">
      <a:defRPr sz="474" kern="1200">
        <a:solidFill>
          <a:schemeClr val="tx1"/>
        </a:solidFill>
        <a:latin typeface="+mn-lt"/>
        <a:ea typeface="+mn-ea"/>
        <a:cs typeface="+mn-cs"/>
      </a:defRPr>
    </a:lvl1pPr>
    <a:lvl2pPr marL="180562" algn="l" defTabSz="361125" rtl="0" eaLnBrk="1" latinLnBrk="1" hangingPunct="1">
      <a:defRPr sz="474" kern="1200">
        <a:solidFill>
          <a:schemeClr val="tx1"/>
        </a:solidFill>
        <a:latin typeface="+mn-lt"/>
        <a:ea typeface="+mn-ea"/>
        <a:cs typeface="+mn-cs"/>
      </a:defRPr>
    </a:lvl2pPr>
    <a:lvl3pPr marL="361125" algn="l" defTabSz="361125" rtl="0" eaLnBrk="1" latinLnBrk="1" hangingPunct="1">
      <a:defRPr sz="474" kern="1200">
        <a:solidFill>
          <a:schemeClr val="tx1"/>
        </a:solidFill>
        <a:latin typeface="+mn-lt"/>
        <a:ea typeface="+mn-ea"/>
        <a:cs typeface="+mn-cs"/>
      </a:defRPr>
    </a:lvl3pPr>
    <a:lvl4pPr marL="541687" algn="l" defTabSz="361125" rtl="0" eaLnBrk="1" latinLnBrk="1" hangingPunct="1">
      <a:defRPr sz="474" kern="1200">
        <a:solidFill>
          <a:schemeClr val="tx1"/>
        </a:solidFill>
        <a:latin typeface="+mn-lt"/>
        <a:ea typeface="+mn-ea"/>
        <a:cs typeface="+mn-cs"/>
      </a:defRPr>
    </a:lvl4pPr>
    <a:lvl5pPr marL="722249" algn="l" defTabSz="361125" rtl="0" eaLnBrk="1" latinLnBrk="1" hangingPunct="1">
      <a:defRPr sz="474" kern="1200">
        <a:solidFill>
          <a:schemeClr val="tx1"/>
        </a:solidFill>
        <a:latin typeface="+mn-lt"/>
        <a:ea typeface="+mn-ea"/>
        <a:cs typeface="+mn-cs"/>
      </a:defRPr>
    </a:lvl5pPr>
    <a:lvl6pPr marL="902812" algn="l" defTabSz="361125" rtl="0" eaLnBrk="1" latinLnBrk="1" hangingPunct="1">
      <a:defRPr sz="474" kern="1200">
        <a:solidFill>
          <a:schemeClr val="tx1"/>
        </a:solidFill>
        <a:latin typeface="+mn-lt"/>
        <a:ea typeface="+mn-ea"/>
        <a:cs typeface="+mn-cs"/>
      </a:defRPr>
    </a:lvl6pPr>
    <a:lvl7pPr marL="1083374" algn="l" defTabSz="361125" rtl="0" eaLnBrk="1" latinLnBrk="1" hangingPunct="1">
      <a:defRPr sz="474" kern="1200">
        <a:solidFill>
          <a:schemeClr val="tx1"/>
        </a:solidFill>
        <a:latin typeface="+mn-lt"/>
        <a:ea typeface="+mn-ea"/>
        <a:cs typeface="+mn-cs"/>
      </a:defRPr>
    </a:lvl7pPr>
    <a:lvl8pPr marL="1263937" algn="l" defTabSz="361125" rtl="0" eaLnBrk="1" latinLnBrk="1" hangingPunct="1">
      <a:defRPr sz="474" kern="1200">
        <a:solidFill>
          <a:schemeClr val="tx1"/>
        </a:solidFill>
        <a:latin typeface="+mn-lt"/>
        <a:ea typeface="+mn-ea"/>
        <a:cs typeface="+mn-cs"/>
      </a:defRPr>
    </a:lvl8pPr>
    <a:lvl9pPr marL="1444499" algn="l" defTabSz="361125" rtl="0" eaLnBrk="1" latinLnBrk="1" hangingPunct="1">
      <a:defRPr sz="474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9FCEE1-21D7-3147-A5CA-669635F3C4F5}" type="slidenum">
              <a:rPr kumimoji="1" lang="ko-KR" altLang="en-US" smtClean="0"/>
              <a:t>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044620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6064" y="471289"/>
            <a:ext cx="3456385" cy="1002571"/>
          </a:xfrm>
        </p:spPr>
        <p:txBody>
          <a:bodyPr anchor="b"/>
          <a:lstStyle>
            <a:lvl1pPr algn="ctr">
              <a:defRPr sz="226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6064" y="1512522"/>
            <a:ext cx="3456385" cy="695267"/>
          </a:xfrm>
        </p:spPr>
        <p:txBody>
          <a:bodyPr/>
          <a:lstStyle>
            <a:lvl1pPr marL="0" indent="0" algn="ctr">
              <a:buNone/>
              <a:defRPr sz="907"/>
            </a:lvl1pPr>
            <a:lvl2pPr marL="172822" indent="0" algn="ctr">
              <a:buNone/>
              <a:defRPr sz="756"/>
            </a:lvl2pPr>
            <a:lvl3pPr marL="345643" indent="0" algn="ctr">
              <a:buNone/>
              <a:defRPr sz="680"/>
            </a:lvl3pPr>
            <a:lvl4pPr marL="518465" indent="0" algn="ctr">
              <a:buNone/>
              <a:defRPr sz="605"/>
            </a:lvl4pPr>
            <a:lvl5pPr marL="691286" indent="0" algn="ctr">
              <a:buNone/>
              <a:defRPr sz="605"/>
            </a:lvl5pPr>
            <a:lvl6pPr marL="864108" indent="0" algn="ctr">
              <a:buNone/>
              <a:defRPr sz="605"/>
            </a:lvl6pPr>
            <a:lvl7pPr marL="1036930" indent="0" algn="ctr">
              <a:buNone/>
              <a:defRPr sz="605"/>
            </a:lvl7pPr>
            <a:lvl8pPr marL="1209751" indent="0" algn="ctr">
              <a:buNone/>
              <a:defRPr sz="605"/>
            </a:lvl8pPr>
            <a:lvl9pPr marL="1382573" indent="0" algn="ctr">
              <a:buNone/>
              <a:defRPr sz="605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97843-E098-5D4D-A2BF-B7D748543608}" type="datetimeFigureOut">
              <a:rPr kumimoji="1" lang="ko-KR" altLang="en-US" smtClean="0"/>
              <a:t>2026. 3. 10.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F4D54-AA56-1644-B1A7-498DD8AA5D9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963163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97843-E098-5D4D-A2BF-B7D748543608}" type="datetimeFigureOut">
              <a:rPr kumimoji="1" lang="ko-KR" altLang="en-US" smtClean="0"/>
              <a:t>2026. 3. 10.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F4D54-AA56-1644-B1A7-498DD8AA5D9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003618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435" y="717932"/>
            <a:ext cx="3974842" cy="1197885"/>
          </a:xfrm>
        </p:spPr>
        <p:txBody>
          <a:bodyPr anchor="b"/>
          <a:lstStyle>
            <a:lvl1pPr>
              <a:defRPr sz="226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4435" y="1927150"/>
            <a:ext cx="3974842" cy="629940"/>
          </a:xfrm>
        </p:spPr>
        <p:txBody>
          <a:bodyPr/>
          <a:lstStyle>
            <a:lvl1pPr marL="0" indent="0">
              <a:buNone/>
              <a:defRPr sz="907">
                <a:solidFill>
                  <a:schemeClr val="tx1">
                    <a:tint val="82000"/>
                  </a:schemeClr>
                </a:solidFill>
              </a:defRPr>
            </a:lvl1pPr>
            <a:lvl2pPr marL="172822" indent="0">
              <a:buNone/>
              <a:defRPr sz="756">
                <a:solidFill>
                  <a:schemeClr val="tx1">
                    <a:tint val="82000"/>
                  </a:schemeClr>
                </a:solidFill>
              </a:defRPr>
            </a:lvl2pPr>
            <a:lvl3pPr marL="345643" indent="0">
              <a:buNone/>
              <a:defRPr sz="680">
                <a:solidFill>
                  <a:schemeClr val="tx1">
                    <a:tint val="82000"/>
                  </a:schemeClr>
                </a:solidFill>
              </a:defRPr>
            </a:lvl3pPr>
            <a:lvl4pPr marL="518465" indent="0">
              <a:buNone/>
              <a:defRPr sz="605">
                <a:solidFill>
                  <a:schemeClr val="tx1">
                    <a:tint val="82000"/>
                  </a:schemeClr>
                </a:solidFill>
              </a:defRPr>
            </a:lvl4pPr>
            <a:lvl5pPr marL="691286" indent="0">
              <a:buNone/>
              <a:defRPr sz="605">
                <a:solidFill>
                  <a:schemeClr val="tx1">
                    <a:tint val="82000"/>
                  </a:schemeClr>
                </a:solidFill>
              </a:defRPr>
            </a:lvl5pPr>
            <a:lvl6pPr marL="864108" indent="0">
              <a:buNone/>
              <a:defRPr sz="605">
                <a:solidFill>
                  <a:schemeClr val="tx1">
                    <a:tint val="82000"/>
                  </a:schemeClr>
                </a:solidFill>
              </a:defRPr>
            </a:lvl6pPr>
            <a:lvl7pPr marL="1036930" indent="0">
              <a:buNone/>
              <a:defRPr sz="605">
                <a:solidFill>
                  <a:schemeClr val="tx1">
                    <a:tint val="82000"/>
                  </a:schemeClr>
                </a:solidFill>
              </a:defRPr>
            </a:lvl7pPr>
            <a:lvl8pPr marL="1209751" indent="0">
              <a:buNone/>
              <a:defRPr sz="605">
                <a:solidFill>
                  <a:schemeClr val="tx1">
                    <a:tint val="82000"/>
                  </a:schemeClr>
                </a:solidFill>
              </a:defRPr>
            </a:lvl8pPr>
            <a:lvl9pPr marL="1382573" indent="0">
              <a:buNone/>
              <a:defRPr sz="605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97843-E098-5D4D-A2BF-B7D748543608}" type="datetimeFigureOut">
              <a:rPr kumimoji="1" lang="ko-KR" altLang="en-US" smtClean="0"/>
              <a:t>2026. 3. 10.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F4D54-AA56-1644-B1A7-498DD8AA5D9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367494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16835" y="766593"/>
            <a:ext cx="1958618" cy="182715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33060" y="766593"/>
            <a:ext cx="1958618" cy="182715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97843-E098-5D4D-A2BF-B7D748543608}" type="datetimeFigureOut">
              <a:rPr kumimoji="1" lang="ko-KR" altLang="en-US" smtClean="0"/>
              <a:t>2026. 3. 10.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F4D54-AA56-1644-B1A7-498DD8AA5D9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173552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7436" y="153319"/>
            <a:ext cx="3974842" cy="556614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7436" y="705933"/>
            <a:ext cx="1949617" cy="345967"/>
          </a:xfrm>
        </p:spPr>
        <p:txBody>
          <a:bodyPr anchor="b"/>
          <a:lstStyle>
            <a:lvl1pPr marL="0" indent="0">
              <a:buNone/>
              <a:defRPr sz="907" b="1"/>
            </a:lvl1pPr>
            <a:lvl2pPr marL="172822" indent="0">
              <a:buNone/>
              <a:defRPr sz="756" b="1"/>
            </a:lvl2pPr>
            <a:lvl3pPr marL="345643" indent="0">
              <a:buNone/>
              <a:defRPr sz="680" b="1"/>
            </a:lvl3pPr>
            <a:lvl4pPr marL="518465" indent="0">
              <a:buNone/>
              <a:defRPr sz="605" b="1"/>
            </a:lvl4pPr>
            <a:lvl5pPr marL="691286" indent="0">
              <a:buNone/>
              <a:defRPr sz="605" b="1"/>
            </a:lvl5pPr>
            <a:lvl6pPr marL="864108" indent="0">
              <a:buNone/>
              <a:defRPr sz="605" b="1"/>
            </a:lvl6pPr>
            <a:lvl7pPr marL="1036930" indent="0">
              <a:buNone/>
              <a:defRPr sz="605" b="1"/>
            </a:lvl7pPr>
            <a:lvl8pPr marL="1209751" indent="0">
              <a:buNone/>
              <a:defRPr sz="605" b="1"/>
            </a:lvl8pPr>
            <a:lvl9pPr marL="1382573" indent="0">
              <a:buNone/>
              <a:defRPr sz="605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17436" y="1051899"/>
            <a:ext cx="1949617" cy="154718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333060" y="705933"/>
            <a:ext cx="1959218" cy="345967"/>
          </a:xfrm>
        </p:spPr>
        <p:txBody>
          <a:bodyPr anchor="b"/>
          <a:lstStyle>
            <a:lvl1pPr marL="0" indent="0">
              <a:buNone/>
              <a:defRPr sz="907" b="1"/>
            </a:lvl1pPr>
            <a:lvl2pPr marL="172822" indent="0">
              <a:buNone/>
              <a:defRPr sz="756" b="1"/>
            </a:lvl2pPr>
            <a:lvl3pPr marL="345643" indent="0">
              <a:buNone/>
              <a:defRPr sz="680" b="1"/>
            </a:lvl3pPr>
            <a:lvl4pPr marL="518465" indent="0">
              <a:buNone/>
              <a:defRPr sz="605" b="1"/>
            </a:lvl4pPr>
            <a:lvl5pPr marL="691286" indent="0">
              <a:buNone/>
              <a:defRPr sz="605" b="1"/>
            </a:lvl5pPr>
            <a:lvl6pPr marL="864108" indent="0">
              <a:buNone/>
              <a:defRPr sz="605" b="1"/>
            </a:lvl6pPr>
            <a:lvl7pPr marL="1036930" indent="0">
              <a:buNone/>
              <a:defRPr sz="605" b="1"/>
            </a:lvl7pPr>
            <a:lvl8pPr marL="1209751" indent="0">
              <a:buNone/>
              <a:defRPr sz="605" b="1"/>
            </a:lvl8pPr>
            <a:lvl9pPr marL="1382573" indent="0">
              <a:buNone/>
              <a:defRPr sz="605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333060" y="1051899"/>
            <a:ext cx="1959218" cy="154718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97843-E098-5D4D-A2BF-B7D748543608}" type="datetimeFigureOut">
              <a:rPr kumimoji="1" lang="ko-KR" altLang="en-US" smtClean="0"/>
              <a:t>2026. 3. 10.</a:t>
            </a:fld>
            <a:endParaRPr kumimoji="1"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F4D54-AA56-1644-B1A7-498DD8AA5D9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511491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97843-E098-5D4D-A2BF-B7D748543608}" type="datetimeFigureOut">
              <a:rPr kumimoji="1" lang="ko-KR" altLang="en-US" smtClean="0"/>
              <a:t>2026. 3. 10.</a:t>
            </a:fld>
            <a:endParaRPr kumimoji="1"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F4D54-AA56-1644-B1A7-498DD8AA5D9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53999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97843-E098-5D4D-A2BF-B7D748543608}" type="datetimeFigureOut">
              <a:rPr kumimoji="1" lang="ko-KR" altLang="en-US" smtClean="0"/>
              <a:t>2026. 3. 10.</a:t>
            </a:fld>
            <a:endParaRPr kumimoji="1"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F4D54-AA56-1644-B1A7-498DD8AA5D9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462968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7436" y="191982"/>
            <a:ext cx="1486365" cy="671936"/>
          </a:xfrm>
        </p:spPr>
        <p:txBody>
          <a:bodyPr anchor="b"/>
          <a:lstStyle>
            <a:lvl1pPr>
              <a:defRPr sz="121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59218" y="414627"/>
            <a:ext cx="2333060" cy="2046471"/>
          </a:xfrm>
        </p:spPr>
        <p:txBody>
          <a:bodyPr/>
          <a:lstStyle>
            <a:lvl1pPr>
              <a:defRPr sz="1210"/>
            </a:lvl1pPr>
            <a:lvl2pPr>
              <a:defRPr sz="1058"/>
            </a:lvl2pPr>
            <a:lvl3pPr>
              <a:defRPr sz="907"/>
            </a:lvl3pPr>
            <a:lvl4pPr>
              <a:defRPr sz="756"/>
            </a:lvl4pPr>
            <a:lvl5pPr>
              <a:defRPr sz="756"/>
            </a:lvl5pPr>
            <a:lvl6pPr>
              <a:defRPr sz="756"/>
            </a:lvl6pPr>
            <a:lvl7pPr>
              <a:defRPr sz="756"/>
            </a:lvl7pPr>
            <a:lvl8pPr>
              <a:defRPr sz="756"/>
            </a:lvl8pPr>
            <a:lvl9pPr>
              <a:defRPr sz="756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7436" y="863918"/>
            <a:ext cx="1486365" cy="1600514"/>
          </a:xfrm>
        </p:spPr>
        <p:txBody>
          <a:bodyPr/>
          <a:lstStyle>
            <a:lvl1pPr marL="0" indent="0">
              <a:buNone/>
              <a:defRPr sz="605"/>
            </a:lvl1pPr>
            <a:lvl2pPr marL="172822" indent="0">
              <a:buNone/>
              <a:defRPr sz="529"/>
            </a:lvl2pPr>
            <a:lvl3pPr marL="345643" indent="0">
              <a:buNone/>
              <a:defRPr sz="454"/>
            </a:lvl3pPr>
            <a:lvl4pPr marL="518465" indent="0">
              <a:buNone/>
              <a:defRPr sz="378"/>
            </a:lvl4pPr>
            <a:lvl5pPr marL="691286" indent="0">
              <a:buNone/>
              <a:defRPr sz="378"/>
            </a:lvl5pPr>
            <a:lvl6pPr marL="864108" indent="0">
              <a:buNone/>
              <a:defRPr sz="378"/>
            </a:lvl6pPr>
            <a:lvl7pPr marL="1036930" indent="0">
              <a:buNone/>
              <a:defRPr sz="378"/>
            </a:lvl7pPr>
            <a:lvl8pPr marL="1209751" indent="0">
              <a:buNone/>
              <a:defRPr sz="378"/>
            </a:lvl8pPr>
            <a:lvl9pPr marL="1382573" indent="0">
              <a:buNone/>
              <a:defRPr sz="378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97843-E098-5D4D-A2BF-B7D748543608}" type="datetimeFigureOut">
              <a:rPr kumimoji="1" lang="ko-KR" altLang="en-US" smtClean="0"/>
              <a:t>2026. 3. 10.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F4D54-AA56-1644-B1A7-498DD8AA5D9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11276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7436" y="191982"/>
            <a:ext cx="1486365" cy="671936"/>
          </a:xfrm>
        </p:spPr>
        <p:txBody>
          <a:bodyPr anchor="b"/>
          <a:lstStyle>
            <a:lvl1pPr>
              <a:defRPr sz="121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59218" y="414627"/>
            <a:ext cx="2333060" cy="2046471"/>
          </a:xfrm>
        </p:spPr>
        <p:txBody>
          <a:bodyPr anchor="t"/>
          <a:lstStyle>
            <a:lvl1pPr marL="0" indent="0">
              <a:buNone/>
              <a:defRPr sz="1210"/>
            </a:lvl1pPr>
            <a:lvl2pPr marL="172822" indent="0">
              <a:buNone/>
              <a:defRPr sz="1058"/>
            </a:lvl2pPr>
            <a:lvl3pPr marL="345643" indent="0">
              <a:buNone/>
              <a:defRPr sz="907"/>
            </a:lvl3pPr>
            <a:lvl4pPr marL="518465" indent="0">
              <a:buNone/>
              <a:defRPr sz="756"/>
            </a:lvl4pPr>
            <a:lvl5pPr marL="691286" indent="0">
              <a:buNone/>
              <a:defRPr sz="756"/>
            </a:lvl5pPr>
            <a:lvl6pPr marL="864108" indent="0">
              <a:buNone/>
              <a:defRPr sz="756"/>
            </a:lvl6pPr>
            <a:lvl7pPr marL="1036930" indent="0">
              <a:buNone/>
              <a:defRPr sz="756"/>
            </a:lvl7pPr>
            <a:lvl8pPr marL="1209751" indent="0">
              <a:buNone/>
              <a:defRPr sz="756"/>
            </a:lvl8pPr>
            <a:lvl9pPr marL="1382573" indent="0">
              <a:buNone/>
              <a:defRPr sz="756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7436" y="863918"/>
            <a:ext cx="1486365" cy="1600514"/>
          </a:xfrm>
        </p:spPr>
        <p:txBody>
          <a:bodyPr/>
          <a:lstStyle>
            <a:lvl1pPr marL="0" indent="0">
              <a:buNone/>
              <a:defRPr sz="605"/>
            </a:lvl1pPr>
            <a:lvl2pPr marL="172822" indent="0">
              <a:buNone/>
              <a:defRPr sz="529"/>
            </a:lvl2pPr>
            <a:lvl3pPr marL="345643" indent="0">
              <a:buNone/>
              <a:defRPr sz="454"/>
            </a:lvl3pPr>
            <a:lvl4pPr marL="518465" indent="0">
              <a:buNone/>
              <a:defRPr sz="378"/>
            </a:lvl4pPr>
            <a:lvl5pPr marL="691286" indent="0">
              <a:buNone/>
              <a:defRPr sz="378"/>
            </a:lvl5pPr>
            <a:lvl6pPr marL="864108" indent="0">
              <a:buNone/>
              <a:defRPr sz="378"/>
            </a:lvl6pPr>
            <a:lvl7pPr marL="1036930" indent="0">
              <a:buNone/>
              <a:defRPr sz="378"/>
            </a:lvl7pPr>
            <a:lvl8pPr marL="1209751" indent="0">
              <a:buNone/>
              <a:defRPr sz="378"/>
            </a:lvl8pPr>
            <a:lvl9pPr marL="1382573" indent="0">
              <a:buNone/>
              <a:defRPr sz="378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97843-E098-5D4D-A2BF-B7D748543608}" type="datetimeFigureOut">
              <a:rPr kumimoji="1" lang="ko-KR" altLang="en-US" smtClean="0"/>
              <a:t>2026. 3. 10.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F4D54-AA56-1644-B1A7-498DD8AA5D9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80095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97843-E098-5D4D-A2BF-B7D748543608}" type="datetimeFigureOut">
              <a:rPr kumimoji="1" lang="ko-KR" altLang="en-US" smtClean="0"/>
              <a:t>2026. 3. 10.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F4D54-AA56-1644-B1A7-498DD8AA5D9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2413933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297967" y="153319"/>
            <a:ext cx="993711" cy="2440434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16835" y="153319"/>
            <a:ext cx="2923525" cy="2440434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97843-E098-5D4D-A2BF-B7D748543608}" type="datetimeFigureOut">
              <a:rPr kumimoji="1" lang="ko-KR" altLang="en-US" smtClean="0"/>
              <a:t>2026. 3. 10.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F4D54-AA56-1644-B1A7-498DD8AA5D9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85855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6836" y="153319"/>
            <a:ext cx="3974842" cy="5566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6836" y="766593"/>
            <a:ext cx="3974842" cy="18271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16835" y="2669079"/>
            <a:ext cx="1036915" cy="1533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5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497843-E098-5D4D-A2BF-B7D748543608}" type="datetimeFigureOut">
              <a:rPr kumimoji="1" lang="ko-KR" altLang="en-US" smtClean="0"/>
              <a:t>2026. 3. 10.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26570" y="2669079"/>
            <a:ext cx="1555373" cy="1533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5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254763" y="2669079"/>
            <a:ext cx="1036915" cy="1533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5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DF4D54-AA56-1644-B1A7-498DD8AA5D9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54887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345643" rtl="0" eaLnBrk="1" latinLnBrk="1" hangingPunct="1">
        <a:lnSpc>
          <a:spcPct val="90000"/>
        </a:lnSpc>
        <a:spcBef>
          <a:spcPct val="0"/>
        </a:spcBef>
        <a:buNone/>
        <a:defRPr sz="166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6411" indent="-86411" algn="l" defTabSz="345643" rtl="0" eaLnBrk="1" latinLnBrk="1" hangingPunct="1">
        <a:lnSpc>
          <a:spcPct val="90000"/>
        </a:lnSpc>
        <a:spcBef>
          <a:spcPts val="378"/>
        </a:spcBef>
        <a:buFont typeface="Arial" panose="020B0604020202020204" pitchFamily="34" charset="0"/>
        <a:buChar char="•"/>
        <a:defRPr sz="1058" kern="1200">
          <a:solidFill>
            <a:schemeClr val="tx1"/>
          </a:solidFill>
          <a:latin typeface="+mn-lt"/>
          <a:ea typeface="+mn-ea"/>
          <a:cs typeface="+mn-cs"/>
        </a:defRPr>
      </a:lvl1pPr>
      <a:lvl2pPr marL="259232" indent="-86411" algn="l" defTabSz="345643" rtl="0" eaLnBrk="1" latinLnBrk="1" hangingPunct="1">
        <a:lnSpc>
          <a:spcPct val="90000"/>
        </a:lnSpc>
        <a:spcBef>
          <a:spcPts val="189"/>
        </a:spcBef>
        <a:buFont typeface="Arial" panose="020B0604020202020204" pitchFamily="34" charset="0"/>
        <a:buChar char="•"/>
        <a:defRPr sz="907" kern="1200">
          <a:solidFill>
            <a:schemeClr val="tx1"/>
          </a:solidFill>
          <a:latin typeface="+mn-lt"/>
          <a:ea typeface="+mn-ea"/>
          <a:cs typeface="+mn-cs"/>
        </a:defRPr>
      </a:lvl2pPr>
      <a:lvl3pPr marL="432054" indent="-86411" algn="l" defTabSz="345643" rtl="0" eaLnBrk="1" latinLnBrk="1" hangingPunct="1">
        <a:lnSpc>
          <a:spcPct val="90000"/>
        </a:lnSpc>
        <a:spcBef>
          <a:spcPts val="189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3pPr>
      <a:lvl4pPr marL="604876" indent="-86411" algn="l" defTabSz="345643" rtl="0" eaLnBrk="1" latinLnBrk="1" hangingPunct="1">
        <a:lnSpc>
          <a:spcPct val="90000"/>
        </a:lnSpc>
        <a:spcBef>
          <a:spcPts val="189"/>
        </a:spcBef>
        <a:buFont typeface="Arial" panose="020B0604020202020204" pitchFamily="34" charset="0"/>
        <a:buChar char="•"/>
        <a:defRPr sz="680" kern="1200">
          <a:solidFill>
            <a:schemeClr val="tx1"/>
          </a:solidFill>
          <a:latin typeface="+mn-lt"/>
          <a:ea typeface="+mn-ea"/>
          <a:cs typeface="+mn-cs"/>
        </a:defRPr>
      </a:lvl4pPr>
      <a:lvl5pPr marL="777697" indent="-86411" algn="l" defTabSz="345643" rtl="0" eaLnBrk="1" latinLnBrk="1" hangingPunct="1">
        <a:lnSpc>
          <a:spcPct val="90000"/>
        </a:lnSpc>
        <a:spcBef>
          <a:spcPts val="189"/>
        </a:spcBef>
        <a:buFont typeface="Arial" panose="020B0604020202020204" pitchFamily="34" charset="0"/>
        <a:buChar char="•"/>
        <a:defRPr sz="680" kern="1200">
          <a:solidFill>
            <a:schemeClr val="tx1"/>
          </a:solidFill>
          <a:latin typeface="+mn-lt"/>
          <a:ea typeface="+mn-ea"/>
          <a:cs typeface="+mn-cs"/>
        </a:defRPr>
      </a:lvl5pPr>
      <a:lvl6pPr marL="950519" indent="-86411" algn="l" defTabSz="345643" rtl="0" eaLnBrk="1" latinLnBrk="1" hangingPunct="1">
        <a:lnSpc>
          <a:spcPct val="90000"/>
        </a:lnSpc>
        <a:spcBef>
          <a:spcPts val="189"/>
        </a:spcBef>
        <a:buFont typeface="Arial" panose="020B0604020202020204" pitchFamily="34" charset="0"/>
        <a:buChar char="•"/>
        <a:defRPr sz="680" kern="1200">
          <a:solidFill>
            <a:schemeClr val="tx1"/>
          </a:solidFill>
          <a:latin typeface="+mn-lt"/>
          <a:ea typeface="+mn-ea"/>
          <a:cs typeface="+mn-cs"/>
        </a:defRPr>
      </a:lvl6pPr>
      <a:lvl7pPr marL="1123340" indent="-86411" algn="l" defTabSz="345643" rtl="0" eaLnBrk="1" latinLnBrk="1" hangingPunct="1">
        <a:lnSpc>
          <a:spcPct val="90000"/>
        </a:lnSpc>
        <a:spcBef>
          <a:spcPts val="189"/>
        </a:spcBef>
        <a:buFont typeface="Arial" panose="020B0604020202020204" pitchFamily="34" charset="0"/>
        <a:buChar char="•"/>
        <a:defRPr sz="680" kern="1200">
          <a:solidFill>
            <a:schemeClr val="tx1"/>
          </a:solidFill>
          <a:latin typeface="+mn-lt"/>
          <a:ea typeface="+mn-ea"/>
          <a:cs typeface="+mn-cs"/>
        </a:defRPr>
      </a:lvl7pPr>
      <a:lvl8pPr marL="1296162" indent="-86411" algn="l" defTabSz="345643" rtl="0" eaLnBrk="1" latinLnBrk="1" hangingPunct="1">
        <a:lnSpc>
          <a:spcPct val="90000"/>
        </a:lnSpc>
        <a:spcBef>
          <a:spcPts val="189"/>
        </a:spcBef>
        <a:buFont typeface="Arial" panose="020B0604020202020204" pitchFamily="34" charset="0"/>
        <a:buChar char="•"/>
        <a:defRPr sz="680" kern="1200">
          <a:solidFill>
            <a:schemeClr val="tx1"/>
          </a:solidFill>
          <a:latin typeface="+mn-lt"/>
          <a:ea typeface="+mn-ea"/>
          <a:cs typeface="+mn-cs"/>
        </a:defRPr>
      </a:lvl8pPr>
      <a:lvl9pPr marL="1468984" indent="-86411" algn="l" defTabSz="345643" rtl="0" eaLnBrk="1" latinLnBrk="1" hangingPunct="1">
        <a:lnSpc>
          <a:spcPct val="90000"/>
        </a:lnSpc>
        <a:spcBef>
          <a:spcPts val="189"/>
        </a:spcBef>
        <a:buFont typeface="Arial" panose="020B0604020202020204" pitchFamily="34" charset="0"/>
        <a:buChar char="•"/>
        <a:defRPr sz="6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5643" rtl="0" eaLnBrk="1" latinLnBrk="1" hangingPunct="1">
        <a:defRPr sz="680" kern="1200">
          <a:solidFill>
            <a:schemeClr val="tx1"/>
          </a:solidFill>
          <a:latin typeface="+mn-lt"/>
          <a:ea typeface="+mn-ea"/>
          <a:cs typeface="+mn-cs"/>
        </a:defRPr>
      </a:lvl1pPr>
      <a:lvl2pPr marL="172822" algn="l" defTabSz="345643" rtl="0" eaLnBrk="1" latinLnBrk="1" hangingPunct="1">
        <a:defRPr sz="680" kern="1200">
          <a:solidFill>
            <a:schemeClr val="tx1"/>
          </a:solidFill>
          <a:latin typeface="+mn-lt"/>
          <a:ea typeface="+mn-ea"/>
          <a:cs typeface="+mn-cs"/>
        </a:defRPr>
      </a:lvl2pPr>
      <a:lvl3pPr marL="345643" algn="l" defTabSz="345643" rtl="0" eaLnBrk="1" latinLnBrk="1" hangingPunct="1">
        <a:defRPr sz="680" kern="1200">
          <a:solidFill>
            <a:schemeClr val="tx1"/>
          </a:solidFill>
          <a:latin typeface="+mn-lt"/>
          <a:ea typeface="+mn-ea"/>
          <a:cs typeface="+mn-cs"/>
        </a:defRPr>
      </a:lvl3pPr>
      <a:lvl4pPr marL="518465" algn="l" defTabSz="345643" rtl="0" eaLnBrk="1" latinLnBrk="1" hangingPunct="1">
        <a:defRPr sz="680" kern="1200">
          <a:solidFill>
            <a:schemeClr val="tx1"/>
          </a:solidFill>
          <a:latin typeface="+mn-lt"/>
          <a:ea typeface="+mn-ea"/>
          <a:cs typeface="+mn-cs"/>
        </a:defRPr>
      </a:lvl4pPr>
      <a:lvl5pPr marL="691286" algn="l" defTabSz="345643" rtl="0" eaLnBrk="1" latinLnBrk="1" hangingPunct="1">
        <a:defRPr sz="680" kern="1200">
          <a:solidFill>
            <a:schemeClr val="tx1"/>
          </a:solidFill>
          <a:latin typeface="+mn-lt"/>
          <a:ea typeface="+mn-ea"/>
          <a:cs typeface="+mn-cs"/>
        </a:defRPr>
      </a:lvl5pPr>
      <a:lvl6pPr marL="864108" algn="l" defTabSz="345643" rtl="0" eaLnBrk="1" latinLnBrk="1" hangingPunct="1">
        <a:defRPr sz="680" kern="1200">
          <a:solidFill>
            <a:schemeClr val="tx1"/>
          </a:solidFill>
          <a:latin typeface="+mn-lt"/>
          <a:ea typeface="+mn-ea"/>
          <a:cs typeface="+mn-cs"/>
        </a:defRPr>
      </a:lvl6pPr>
      <a:lvl7pPr marL="1036930" algn="l" defTabSz="345643" rtl="0" eaLnBrk="1" latinLnBrk="1" hangingPunct="1">
        <a:defRPr sz="680" kern="1200">
          <a:solidFill>
            <a:schemeClr val="tx1"/>
          </a:solidFill>
          <a:latin typeface="+mn-lt"/>
          <a:ea typeface="+mn-ea"/>
          <a:cs typeface="+mn-cs"/>
        </a:defRPr>
      </a:lvl7pPr>
      <a:lvl8pPr marL="1209751" algn="l" defTabSz="345643" rtl="0" eaLnBrk="1" latinLnBrk="1" hangingPunct="1">
        <a:defRPr sz="680" kern="1200">
          <a:solidFill>
            <a:schemeClr val="tx1"/>
          </a:solidFill>
          <a:latin typeface="+mn-lt"/>
          <a:ea typeface="+mn-ea"/>
          <a:cs typeface="+mn-cs"/>
        </a:defRPr>
      </a:lvl8pPr>
      <a:lvl9pPr marL="1382573" algn="l" defTabSz="345643" rtl="0" eaLnBrk="1" latinLnBrk="1" hangingPunct="1">
        <a:defRPr sz="6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3.png"/><Relationship Id="rId4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576" y="0"/>
            <a:ext cx="4607360" cy="28797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0809383F-0675-41AE-E226-BB411B828BD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97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rcRect r="-2" b="6402"/>
          <a:stretch>
            <a:fillRect/>
          </a:stretch>
        </p:blipFill>
        <p:spPr>
          <a:xfrm>
            <a:off x="21" y="538"/>
            <a:ext cx="4608492" cy="2879187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4CAEC93E-AEB8-6A07-7919-723147BC717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20462" b="7848"/>
          <a:stretch>
            <a:fillRect/>
          </a:stretch>
        </p:blipFill>
        <p:spPr>
          <a:xfrm>
            <a:off x="942407" y="103444"/>
            <a:ext cx="3665530" cy="2775743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BC01984F-0F65-C31A-67AD-B5513B8A52CD}"/>
              </a:ext>
            </a:extLst>
          </p:cNvPr>
          <p:cNvSpPr txBox="1"/>
          <p:nvPr/>
        </p:nvSpPr>
        <p:spPr>
          <a:xfrm>
            <a:off x="155584" y="650637"/>
            <a:ext cx="22096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1400" b="1" dirty="0">
                <a:solidFill>
                  <a:schemeClr val="bg1">
                    <a:lumMod val="85000"/>
                  </a:schemeClr>
                </a:solidFill>
                <a:effectLst>
                  <a:outerShdw blurRad="50800" dist="38100" dir="8100000" sx="101000" sy="101000" algn="tr" rotWithShape="0">
                    <a:prstClr val="black">
                      <a:alpha val="40000"/>
                    </a:prstClr>
                  </a:outerShdw>
                </a:effectLst>
                <a:latin typeface="+mj-ea"/>
                <a:ea typeface="+mj-ea"/>
              </a:rPr>
              <a:t>넘겨보던 자막</a:t>
            </a:r>
            <a:r>
              <a:rPr kumimoji="1" lang="en-US" altLang="ko-KR" sz="1400" b="1" dirty="0">
                <a:solidFill>
                  <a:schemeClr val="bg1">
                    <a:lumMod val="85000"/>
                  </a:schemeClr>
                </a:solidFill>
                <a:effectLst>
                  <a:outerShdw blurRad="50800" dist="38100" dir="8100000" sx="101000" sy="101000" algn="tr" rotWithShape="0">
                    <a:prstClr val="black">
                      <a:alpha val="40000"/>
                    </a:prstClr>
                  </a:outerShdw>
                </a:effectLst>
                <a:latin typeface="+mj-ea"/>
                <a:ea typeface="+mj-ea"/>
              </a:rPr>
              <a:t>,</a:t>
            </a:r>
          </a:p>
          <a:p>
            <a:pPr algn="ctr"/>
            <a:r>
              <a:rPr kumimoji="1" lang="ko-KR" altLang="en-US" sz="1400" b="1" dirty="0">
                <a:solidFill>
                  <a:schemeClr val="bg1">
                    <a:lumMod val="85000"/>
                  </a:schemeClr>
                </a:solidFill>
                <a:effectLst>
                  <a:outerShdw blurRad="50800" dist="38100" dir="8100000" sx="101000" sy="101000" algn="tr" rotWithShape="0">
                    <a:prstClr val="black">
                      <a:alpha val="40000"/>
                    </a:prstClr>
                  </a:outerShdw>
                </a:effectLst>
                <a:latin typeface="+mj-ea"/>
                <a:ea typeface="+mj-ea"/>
              </a:rPr>
              <a:t>이제는 직접 받아쓰세요</a:t>
            </a: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C9337CB8-34B5-D356-A805-18D40051A186}"/>
              </a:ext>
            </a:extLst>
          </p:cNvPr>
          <p:cNvGrpSpPr/>
          <p:nvPr/>
        </p:nvGrpSpPr>
        <p:grpSpPr>
          <a:xfrm>
            <a:off x="94773" y="83291"/>
            <a:ext cx="488622" cy="488622"/>
            <a:chOff x="1046122" y="153630"/>
            <a:chExt cx="488622" cy="488622"/>
          </a:xfrm>
        </p:grpSpPr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B390B8FB-8583-8397-12E4-ABD93C659805}"/>
                </a:ext>
              </a:extLst>
            </p:cNvPr>
            <p:cNvSpPr/>
            <p:nvPr/>
          </p:nvSpPr>
          <p:spPr>
            <a:xfrm>
              <a:off x="1215956" y="344151"/>
              <a:ext cx="132403" cy="744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pic>
          <p:nvPicPr>
            <p:cNvPr id="27" name="그림 26" descr="스크린샷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EAD81141-15ED-0EF3-D431-AF18B2FD31F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46122" y="153630"/>
              <a:ext cx="488622" cy="488622"/>
            </a:xfrm>
            <a:prstGeom prst="rect">
              <a:avLst/>
            </a:prstGeom>
          </p:spPr>
        </p:pic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CC6BA98A-7302-A35F-B3D9-2406816BF42D}"/>
              </a:ext>
            </a:extLst>
          </p:cNvPr>
          <p:cNvSpPr txBox="1"/>
          <p:nvPr/>
        </p:nvSpPr>
        <p:spPr>
          <a:xfrm>
            <a:off x="408074" y="182168"/>
            <a:ext cx="170467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b="1" dirty="0" err="1">
                <a:solidFill>
                  <a:schemeClr val="bg1">
                    <a:lumMod val="85000"/>
                  </a:schemeClr>
                </a:solidFill>
                <a:latin typeface="+mj-ea"/>
                <a:ea typeface="+mj-ea"/>
              </a:rPr>
              <a:t>SubDictate</a:t>
            </a:r>
            <a:endParaRPr kumimoji="1" lang="ko-KR" altLang="en-US" sz="1000" b="1" dirty="0">
              <a:solidFill>
                <a:schemeClr val="bg1">
                  <a:lumMod val="8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0D70727-107D-A244-7C4B-6698708DA677}"/>
              </a:ext>
            </a:extLst>
          </p:cNvPr>
          <p:cNvSpPr txBox="1"/>
          <p:nvPr/>
        </p:nvSpPr>
        <p:spPr>
          <a:xfrm>
            <a:off x="330807" y="1309073"/>
            <a:ext cx="141110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700" dirty="0">
                <a:solidFill>
                  <a:schemeClr val="bg1">
                    <a:lumMod val="75000"/>
                  </a:schemeClr>
                </a:solidFill>
              </a:rPr>
              <a:t>자막 데이터 기반 받아쓰기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BA8F243-74FB-50BF-9EA1-74C631028B53}"/>
              </a:ext>
            </a:extLst>
          </p:cNvPr>
          <p:cNvSpPr txBox="1"/>
          <p:nvPr/>
        </p:nvSpPr>
        <p:spPr>
          <a:xfrm>
            <a:off x="330230" y="1517756"/>
            <a:ext cx="141110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700" dirty="0">
                <a:solidFill>
                  <a:schemeClr val="bg1">
                    <a:lumMod val="75000"/>
                  </a:schemeClr>
                </a:solidFill>
              </a:rPr>
              <a:t>번역 의미와 함께 제공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F1957A6-BEA9-344F-7C07-19C721FA6625}"/>
              </a:ext>
            </a:extLst>
          </p:cNvPr>
          <p:cNvSpPr txBox="1"/>
          <p:nvPr/>
        </p:nvSpPr>
        <p:spPr>
          <a:xfrm>
            <a:off x="329653" y="1726439"/>
            <a:ext cx="141110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700" dirty="0">
                <a:solidFill>
                  <a:schemeClr val="bg1">
                    <a:lumMod val="75000"/>
                  </a:schemeClr>
                </a:solidFill>
              </a:rPr>
              <a:t>듣고 입력하며 실력 점검</a:t>
            </a:r>
          </a:p>
        </p:txBody>
      </p:sp>
    </p:spTree>
    <p:extLst>
      <p:ext uri="{BB962C8B-B14F-4D97-AF65-F5344CB8AC3E}">
        <p14:creationId xmlns:p14="http://schemas.microsoft.com/office/powerpoint/2010/main" val="31065530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>
            <a:extLst>
              <a:ext uri="{FF2B5EF4-FFF2-40B4-BE49-F238E27FC236}">
                <a16:creationId xmlns:a16="http://schemas.microsoft.com/office/drawing/2014/main" id="{BFC88E07-33F7-949C-982D-D743700F7DA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  <a14:imgEffect>
                      <a14:saturation sat="33000"/>
                    </a14:imgEffect>
                    <a14:imgEffect>
                      <a14:brightnessContrast bright="-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4608512" cy="2879725"/>
          </a:xfrm>
          <a:prstGeom prst="rect">
            <a:avLst/>
          </a:prstGeom>
        </p:spPr>
      </p:pic>
      <p:pic>
        <p:nvPicPr>
          <p:cNvPr id="7" name="그림 6" descr="텍스트, 인간의 얼굴, 스크린샷, 사람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672BEA5-DADD-C6C9-06DE-8665462253C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80" t="16837" r="172" b="17152"/>
          <a:stretch>
            <a:fillRect/>
          </a:stretch>
        </p:blipFill>
        <p:spPr>
          <a:xfrm>
            <a:off x="164489" y="561784"/>
            <a:ext cx="2347004" cy="970642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E7E07175-D701-D9F6-9596-0C880399E11A}"/>
              </a:ext>
            </a:extLst>
          </p:cNvPr>
          <p:cNvGrpSpPr/>
          <p:nvPr/>
        </p:nvGrpSpPr>
        <p:grpSpPr>
          <a:xfrm>
            <a:off x="94773" y="83291"/>
            <a:ext cx="488622" cy="488622"/>
            <a:chOff x="1046122" y="153630"/>
            <a:chExt cx="488622" cy="488622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C5A8A6BD-225F-FA7B-2CF4-CEA3326C90E7}"/>
                </a:ext>
              </a:extLst>
            </p:cNvPr>
            <p:cNvSpPr/>
            <p:nvPr/>
          </p:nvSpPr>
          <p:spPr>
            <a:xfrm>
              <a:off x="1215956" y="344151"/>
              <a:ext cx="132403" cy="744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pic>
          <p:nvPicPr>
            <p:cNvPr id="10" name="그림 9" descr="스크린샷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EDFA96CB-4D73-DB70-B36A-03B62D0ED51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46122" y="153630"/>
              <a:ext cx="488622" cy="488622"/>
            </a:xfrm>
            <a:prstGeom prst="rect">
              <a:avLst/>
            </a:prstGeom>
          </p:spPr>
        </p:pic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67A3F6A8-2D2A-B609-E493-70343446A068}"/>
              </a:ext>
            </a:extLst>
          </p:cNvPr>
          <p:cNvSpPr txBox="1"/>
          <p:nvPr/>
        </p:nvSpPr>
        <p:spPr>
          <a:xfrm>
            <a:off x="408074" y="182168"/>
            <a:ext cx="170467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000" b="1" dirty="0" err="1">
                <a:solidFill>
                  <a:schemeClr val="bg1">
                    <a:lumMod val="85000"/>
                  </a:schemeClr>
                </a:solidFill>
                <a:latin typeface="+mj-ea"/>
                <a:ea typeface="+mj-ea"/>
              </a:rPr>
              <a:t>SubDictate</a:t>
            </a:r>
            <a:endParaRPr kumimoji="1" lang="ko-KR" altLang="en-US" sz="1000" b="1" dirty="0">
              <a:solidFill>
                <a:schemeClr val="bg1">
                  <a:lumMod val="85000"/>
                </a:schemeClr>
              </a:solidFill>
              <a:latin typeface="+mj-ea"/>
              <a:ea typeface="+mj-ea"/>
            </a:endParaRPr>
          </a:p>
        </p:txBody>
      </p:sp>
      <p:pic>
        <p:nvPicPr>
          <p:cNvPr id="13" name="그림 12" descr="스크린샷, 사람, 인간의 얼굴, 승객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3A7A6F0-4952-9B29-5440-EA1D9FFD400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9140" b="16843"/>
          <a:stretch>
            <a:fillRect/>
          </a:stretch>
        </p:blipFill>
        <p:spPr>
          <a:xfrm>
            <a:off x="164488" y="1682484"/>
            <a:ext cx="2347004" cy="938029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ADD62AE3-C68F-1D19-0405-06FB4FD19930}"/>
              </a:ext>
            </a:extLst>
          </p:cNvPr>
          <p:cNvSpPr txBox="1"/>
          <p:nvPr/>
        </p:nvSpPr>
        <p:spPr>
          <a:xfrm>
            <a:off x="2507354" y="876913"/>
            <a:ext cx="21338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>
                <a:solidFill>
                  <a:schemeClr val="bg1">
                    <a:lumMod val="85000"/>
                  </a:schemeClr>
                </a:solidFill>
                <a:effectLst>
                  <a:outerShdw blurRad="50800" dist="38100" dir="8100000" sx="101000" sy="101000" algn="tr" rotWithShape="0">
                    <a:prstClr val="black">
                      <a:alpha val="40000"/>
                    </a:prstClr>
                  </a:outerShdw>
                </a:effectLst>
              </a:rPr>
              <a:t>번갈아 바꿔볼 필요 없이 </a:t>
            </a:r>
            <a:endParaRPr lang="en-US" altLang="ko-KR" sz="1200" b="1" dirty="0">
              <a:solidFill>
                <a:schemeClr val="bg1">
                  <a:lumMod val="85000"/>
                </a:schemeClr>
              </a:solidFill>
              <a:effectLst>
                <a:outerShdw blurRad="50800" dist="38100" dir="8100000" sx="101000" sy="101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r>
              <a:rPr lang="ko-KR" altLang="en-US" sz="1200" b="1" dirty="0">
                <a:solidFill>
                  <a:schemeClr val="bg1">
                    <a:lumMod val="85000"/>
                  </a:schemeClr>
                </a:solidFill>
                <a:effectLst>
                  <a:outerShdw blurRad="50800" dist="38100" dir="8100000" sx="101000" sy="101000" algn="tr" rotWithShape="0">
                    <a:prstClr val="black">
                      <a:alpha val="40000"/>
                    </a:prstClr>
                  </a:outerShdw>
                </a:effectLst>
              </a:rPr>
              <a:t>한 화면에서 바로 비교하세요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56E59D1-7DA2-4E93-2956-7BF7D1D79D2B}"/>
              </a:ext>
            </a:extLst>
          </p:cNvPr>
          <p:cNvSpPr txBox="1"/>
          <p:nvPr/>
        </p:nvSpPr>
        <p:spPr>
          <a:xfrm>
            <a:off x="2849735" y="1462643"/>
            <a:ext cx="141110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700" dirty="0">
                <a:solidFill>
                  <a:schemeClr val="bg1">
                    <a:lumMod val="75000"/>
                  </a:schemeClr>
                </a:solidFill>
              </a:rPr>
              <a:t>이해를 돕는 이중자막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A494061-4F88-72DF-60AF-2CA90F1C8BFD}"/>
              </a:ext>
            </a:extLst>
          </p:cNvPr>
          <p:cNvSpPr txBox="1"/>
          <p:nvPr/>
        </p:nvSpPr>
        <p:spPr>
          <a:xfrm>
            <a:off x="2849158" y="1671326"/>
            <a:ext cx="141110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700" dirty="0">
                <a:solidFill>
                  <a:schemeClr val="bg1">
                    <a:lumMod val="75000"/>
                  </a:schemeClr>
                </a:solidFill>
              </a:rPr>
              <a:t>두 언어를 한눈에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AF90C2D-61FC-49F6-7348-37DABD264720}"/>
              </a:ext>
            </a:extLst>
          </p:cNvPr>
          <p:cNvSpPr txBox="1"/>
          <p:nvPr/>
        </p:nvSpPr>
        <p:spPr>
          <a:xfrm>
            <a:off x="2848581" y="1880009"/>
            <a:ext cx="141110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700" dirty="0">
                <a:solidFill>
                  <a:schemeClr val="bg1">
                    <a:lumMod val="75000"/>
                  </a:schemeClr>
                </a:solidFill>
              </a:rPr>
              <a:t>원문과 해석을 동시에</a:t>
            </a:r>
          </a:p>
        </p:txBody>
      </p:sp>
    </p:spTree>
    <p:extLst>
      <p:ext uri="{BB962C8B-B14F-4D97-AF65-F5344CB8AC3E}">
        <p14:creationId xmlns:p14="http://schemas.microsoft.com/office/powerpoint/2010/main" val="23395663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1535</TotalTime>
  <Words>38</Words>
  <Application>Microsoft Macintosh PowerPoint</Application>
  <PresentationFormat>사용자 지정</PresentationFormat>
  <Paragraphs>13</Paragraphs>
  <Slides>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7" baseType="lpstr">
      <vt:lpstr>맑은 고딕</vt:lpstr>
      <vt:lpstr>Aptos</vt:lpstr>
      <vt:lpstr>Aptos Display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김선재</dc:creator>
  <cp:lastModifiedBy>김선재</cp:lastModifiedBy>
  <cp:revision>1</cp:revision>
  <dcterms:created xsi:type="dcterms:W3CDTF">2026-03-09T15:42:44Z</dcterms:created>
  <dcterms:modified xsi:type="dcterms:W3CDTF">2026-03-10T17:17:58Z</dcterms:modified>
</cp:coreProperties>
</file>